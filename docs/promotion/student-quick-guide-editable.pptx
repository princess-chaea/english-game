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4fd2ba218d4534" /><Relationship Type="http://schemas.openxmlformats.org/officeDocument/2006/relationships/extended-properties" Target="/docProps/app.xml" Id="R6d90ed21197c48d3" /><Relationship Type="http://schemas.openxmlformats.org/officeDocument/2006/relationships/officeDocument" Target="/ppt/presentation.xml" Id="Raef010fdf04941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2efa8dc4241ba"/>
  </p:sldMasterIdLst>
  <p:notesMasterIdLst>
    <p:notesMasterId xmlns:r="http://schemas.openxmlformats.org/officeDocument/2006/relationships" r:id="R12ee75bf24814e7b"/>
  </p:notesMasterIdLst>
  <p:sldIdLst>
    <p:sldId xmlns:r="http://schemas.openxmlformats.org/officeDocument/2006/relationships" id="256" r:id="R774c72dfb3b74dd5"/>
    <p:sldId xmlns:r="http://schemas.openxmlformats.org/officeDocument/2006/relationships" id="257" r:id="R37c58d951b8b4a7a"/>
    <p:sldId xmlns:r="http://schemas.openxmlformats.org/officeDocument/2006/relationships" id="258" r:id="R665ad088423e4741"/>
    <p:sldId xmlns:r="http://schemas.openxmlformats.org/officeDocument/2006/relationships" id="259" r:id="Rcb2635c026114182"/>
    <p:sldId xmlns:r="http://schemas.openxmlformats.org/officeDocument/2006/relationships" id="260" r:id="R47bb0be3b08b4031"/>
    <p:sldId xmlns:r="http://schemas.openxmlformats.org/officeDocument/2006/relationships" id="261" r:id="Ref59c698a7314dfb"/>
    <p:sldId xmlns:r="http://schemas.openxmlformats.org/officeDocument/2006/relationships" id="262" r:id="Rd9011e9ba6e94104"/>
    <p:sldId xmlns:r="http://schemas.openxmlformats.org/officeDocument/2006/relationships" id="263" r:id="R9b656b4bb21043cb"/>
    <p:sldId xmlns:r="http://schemas.openxmlformats.org/officeDocument/2006/relationships" id="264" r:id="R352a6f4c4bbf453d"/>
    <p:sldId xmlns:r="http://schemas.openxmlformats.org/officeDocument/2006/relationships" id="265" r:id="Rcbd9e22c18cc473b"/>
    <p:sldId xmlns:r="http://schemas.openxmlformats.org/officeDocument/2006/relationships" id="266" r:id="R70262821de424098"/>
    <p:sldId xmlns:r="http://schemas.openxmlformats.org/officeDocument/2006/relationships" id="267" r:id="R52ac01548fe24679"/>
    <p:sldId xmlns:r="http://schemas.openxmlformats.org/officeDocument/2006/relationships" id="268" r:id="R66175f81e7b3431d"/>
    <p:sldId xmlns:r="http://schemas.openxmlformats.org/officeDocument/2006/relationships" id="269" r:id="Rf5b3b52279484729"/>
    <p:sldId xmlns:r="http://schemas.openxmlformats.org/officeDocument/2006/relationships" id="270" r:id="R5a2048fde896446c"/>
    <p:sldId xmlns:r="http://schemas.openxmlformats.org/officeDocument/2006/relationships" id="271" r:id="R6f3c869421cd4387"/>
    <p:sldId xmlns:r="http://schemas.openxmlformats.org/officeDocument/2006/relationships" id="272" r:id="R299126cf386c47de"/>
    <p:sldId xmlns:r="http://schemas.openxmlformats.org/officeDocument/2006/relationships" id="273" r:id="R54aeb1780d3048b5"/>
    <p:sldId xmlns:r="http://schemas.openxmlformats.org/officeDocument/2006/relationships" id="274" r:id="Re8905096963b48ed"/>
    <p:sldId xmlns:r="http://schemas.openxmlformats.org/officeDocument/2006/relationships" id="275" r:id="R9c9425aa58934a36"/>
    <p:sldId xmlns:r="http://schemas.openxmlformats.org/officeDocument/2006/relationships" id="276" r:id="R4b91841572294683"/>
    <p:sldId xmlns:r="http://schemas.openxmlformats.org/officeDocument/2006/relationships" id="277" r:id="R751f804ede614d98"/>
    <p:sldId xmlns:r="http://schemas.openxmlformats.org/officeDocument/2006/relationships" id="278" r:id="Rca8782b391874020"/>
    <p:sldId xmlns:r="http://schemas.openxmlformats.org/officeDocument/2006/relationships" id="279" r:id="R8f6a36c6ce80482c"/>
    <p:sldId xmlns:r="http://schemas.openxmlformats.org/officeDocument/2006/relationships" id="280" r:id="Rb682ab0f5a82457b"/>
    <p:sldId xmlns:r="http://schemas.openxmlformats.org/officeDocument/2006/relationships" id="281" r:id="Re73708f48df84f8c"/>
    <p:sldId xmlns:r="http://schemas.openxmlformats.org/officeDocument/2006/relationships" id="282" r:id="R6db9e151e40d4ce3"/>
    <p:sldId xmlns:r="http://schemas.openxmlformats.org/officeDocument/2006/relationships" id="283" r:id="R543679d4ed28499b"/>
    <p:sldId xmlns:r="http://schemas.openxmlformats.org/officeDocument/2006/relationships" id="284" r:id="R22d2bf1af39c49e3"/>
    <p:sldId xmlns:r="http://schemas.openxmlformats.org/officeDocument/2006/relationships" id="285" r:id="R520ddd5ce05c460d"/>
    <p:sldId xmlns:r="http://schemas.openxmlformats.org/officeDocument/2006/relationships" id="286" r:id="R8d0035bf1cf14853"/>
    <p:sldId xmlns:r="http://schemas.openxmlformats.org/officeDocument/2006/relationships" id="287" r:id="R48327cea47b8459d"/>
    <p:sldId xmlns:r="http://schemas.openxmlformats.org/officeDocument/2006/relationships" id="288" r:id="R035f9add23404646"/>
    <p:sldId xmlns:r="http://schemas.openxmlformats.org/officeDocument/2006/relationships" id="289" r:id="R1db4b83110e248ba"/>
    <p:sldId xmlns:r="http://schemas.openxmlformats.org/officeDocument/2006/relationships" id="290" r:id="R6352779baebd4ff6"/>
    <p:sldId xmlns:r="http://schemas.openxmlformats.org/officeDocument/2006/relationships" id="291" r:id="R47c6cd21d7734a70"/>
    <p:sldId xmlns:r="http://schemas.openxmlformats.org/officeDocument/2006/relationships" id="292" r:id="R6bd3b388026e4a75"/>
    <p:sldId xmlns:r="http://schemas.openxmlformats.org/officeDocument/2006/relationships" id="293" r:id="R8abc56f825914db0"/>
    <p:sldId xmlns:r="http://schemas.openxmlformats.org/officeDocument/2006/relationships" id="294" r:id="R8fd616c7e0de4f6d"/>
    <p:sldId xmlns:r="http://schemas.openxmlformats.org/officeDocument/2006/relationships" id="295" r:id="R7f8f3c14e82a4b18"/>
    <p:sldId xmlns:r="http://schemas.openxmlformats.org/officeDocument/2006/relationships" id="296" r:id="R7758c2886ff948c0"/>
    <p:sldId xmlns:r="http://schemas.openxmlformats.org/officeDocument/2006/relationships" id="297" r:id="R652184d1194647d4"/>
    <p:sldId xmlns:r="http://schemas.openxmlformats.org/officeDocument/2006/relationships" id="298" r:id="R1e33af09e71a412a"/>
    <p:sldId xmlns:r="http://schemas.openxmlformats.org/officeDocument/2006/relationships" id="299" r:id="R43197741191b4c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0c408d4a64c3b" /><Relationship Type="http://schemas.openxmlformats.org/officeDocument/2006/relationships/slideMaster" Target="/ppt/slideMasters/slideMaster1.xml" Id="Rfe02efa8dc4241ba" /><Relationship Type="http://schemas.openxmlformats.org/officeDocument/2006/relationships/notesMaster" Target="/ppt/notesMasters/notesMaster1.xml" Id="R12ee75bf24814e7b" /><Relationship Type="http://schemas.openxmlformats.org/officeDocument/2006/relationships/presProps" Target="/ppt/presProps.xml" Id="R95f81280b05f4589" /><Relationship Type="http://schemas.openxmlformats.org/officeDocument/2006/relationships/tableStyles" Target="/ppt/tableStyles.xml" Id="Rdeffd1ffa9254e8a" /><Relationship Type="http://schemas.openxmlformats.org/officeDocument/2006/relationships/slide" Target="/ppt/slides/slide1.xml" Id="R774c72dfb3b74dd5" /><Relationship Type="http://schemas.openxmlformats.org/officeDocument/2006/relationships/slide" Target="/ppt/slides/slide2.xml" Id="R37c58d951b8b4a7a" /><Relationship Type="http://schemas.openxmlformats.org/officeDocument/2006/relationships/slide" Target="/ppt/slides/slide3.xml" Id="R665ad088423e4741" /><Relationship Type="http://schemas.openxmlformats.org/officeDocument/2006/relationships/slide" Target="/ppt/slides/slide4.xml" Id="Rcb2635c026114182" /><Relationship Type="http://schemas.openxmlformats.org/officeDocument/2006/relationships/slide" Target="/ppt/slides/slide5.xml" Id="R47bb0be3b08b4031" /><Relationship Type="http://schemas.openxmlformats.org/officeDocument/2006/relationships/slide" Target="/ppt/slides/slide6.xml" Id="Ref59c698a7314dfb" /><Relationship Type="http://schemas.openxmlformats.org/officeDocument/2006/relationships/slide" Target="/ppt/slides/slide7.xml" Id="Rd9011e9ba6e94104" /><Relationship Type="http://schemas.openxmlformats.org/officeDocument/2006/relationships/slide" Target="/ppt/slides/slide8.xml" Id="R9b656b4bb21043cb" /><Relationship Type="http://schemas.openxmlformats.org/officeDocument/2006/relationships/slide" Target="/ppt/slides/slide9.xml" Id="R352a6f4c4bbf453d" /><Relationship Type="http://schemas.openxmlformats.org/officeDocument/2006/relationships/slide" Target="/ppt/slides/slide10.xml" Id="Rcbd9e22c18cc473b" /><Relationship Type="http://schemas.openxmlformats.org/officeDocument/2006/relationships/slide" Target="/ppt/slides/slide11.xml" Id="R70262821de424098" /><Relationship Type="http://schemas.openxmlformats.org/officeDocument/2006/relationships/slide" Target="/ppt/slides/slide12.xml" Id="R52ac01548fe24679" /><Relationship Type="http://schemas.openxmlformats.org/officeDocument/2006/relationships/slide" Target="/ppt/slides/slide13.xml" Id="R66175f81e7b3431d" /><Relationship Type="http://schemas.openxmlformats.org/officeDocument/2006/relationships/slide" Target="/ppt/slides/slide14.xml" Id="Rf5b3b52279484729" /><Relationship Type="http://schemas.openxmlformats.org/officeDocument/2006/relationships/slide" Target="/ppt/slides/slide15.xml" Id="R5a2048fde896446c" /><Relationship Type="http://schemas.openxmlformats.org/officeDocument/2006/relationships/slide" Target="/ppt/slides/slide16.xml" Id="R6f3c869421cd4387" /><Relationship Type="http://schemas.openxmlformats.org/officeDocument/2006/relationships/slide" Target="/ppt/slides/slide17.xml" Id="R299126cf386c47de" /><Relationship Type="http://schemas.openxmlformats.org/officeDocument/2006/relationships/slide" Target="/ppt/slides/slide18.xml" Id="R54aeb1780d3048b5" /><Relationship Type="http://schemas.openxmlformats.org/officeDocument/2006/relationships/slide" Target="/ppt/slides/slide19.xml" Id="Re8905096963b48ed" /><Relationship Type="http://schemas.openxmlformats.org/officeDocument/2006/relationships/slide" Target="/ppt/slides/slide20.xml" Id="R9c9425aa58934a36" /><Relationship Type="http://schemas.openxmlformats.org/officeDocument/2006/relationships/slide" Target="/ppt/slides/slide21.xml" Id="R4b91841572294683" /><Relationship Type="http://schemas.openxmlformats.org/officeDocument/2006/relationships/slide" Target="/ppt/slides/slide22.xml" Id="R751f804ede614d98" /><Relationship Type="http://schemas.openxmlformats.org/officeDocument/2006/relationships/slide" Target="/ppt/slides/slide23.xml" Id="Rca8782b391874020" /><Relationship Type="http://schemas.openxmlformats.org/officeDocument/2006/relationships/slide" Target="/ppt/slides/slide24.xml" Id="R8f6a36c6ce80482c" /><Relationship Type="http://schemas.openxmlformats.org/officeDocument/2006/relationships/slide" Target="/ppt/slides/slide25.xml" Id="Rb682ab0f5a82457b" /><Relationship Type="http://schemas.openxmlformats.org/officeDocument/2006/relationships/slide" Target="/ppt/slides/slide26.xml" Id="Re73708f48df84f8c" /><Relationship Type="http://schemas.openxmlformats.org/officeDocument/2006/relationships/slide" Target="/ppt/slides/slide27.xml" Id="R6db9e151e40d4ce3" /><Relationship Type="http://schemas.openxmlformats.org/officeDocument/2006/relationships/slide" Target="/ppt/slides/slide28.xml" Id="R543679d4ed28499b" /><Relationship Type="http://schemas.openxmlformats.org/officeDocument/2006/relationships/slide" Target="/ppt/slides/slide29.xml" Id="R22d2bf1af39c49e3" /><Relationship Type="http://schemas.openxmlformats.org/officeDocument/2006/relationships/slide" Target="/ppt/slides/slide30.xml" Id="R520ddd5ce05c460d" /><Relationship Type="http://schemas.openxmlformats.org/officeDocument/2006/relationships/slide" Target="/ppt/slides/slide31.xml" Id="R8d0035bf1cf14853" /><Relationship Type="http://schemas.openxmlformats.org/officeDocument/2006/relationships/slide" Target="/ppt/slides/slide32.xml" Id="R48327cea47b8459d" /><Relationship Type="http://schemas.openxmlformats.org/officeDocument/2006/relationships/slide" Target="/ppt/slides/slide33.xml" Id="R035f9add23404646" /><Relationship Type="http://schemas.openxmlformats.org/officeDocument/2006/relationships/slide" Target="/ppt/slides/slide34.xml" Id="R1db4b83110e248ba" /><Relationship Type="http://schemas.openxmlformats.org/officeDocument/2006/relationships/slide" Target="/ppt/slides/slide35.xml" Id="R6352779baebd4ff6" /><Relationship Type="http://schemas.openxmlformats.org/officeDocument/2006/relationships/slide" Target="/ppt/slides/slide36.xml" Id="R47c6cd21d7734a70" /><Relationship Type="http://schemas.openxmlformats.org/officeDocument/2006/relationships/slide" Target="/ppt/slides/slide37.xml" Id="R6bd3b388026e4a75" /><Relationship Type="http://schemas.openxmlformats.org/officeDocument/2006/relationships/slide" Target="/ppt/slides/slide38.xml" Id="R8abc56f825914db0" /><Relationship Type="http://schemas.openxmlformats.org/officeDocument/2006/relationships/slide" Target="/ppt/slides/slide39.xml" Id="R8fd616c7e0de4f6d" /><Relationship Type="http://schemas.openxmlformats.org/officeDocument/2006/relationships/slide" Target="/ppt/slides/slide40.xml" Id="R7f8f3c14e82a4b18" /><Relationship Type="http://schemas.openxmlformats.org/officeDocument/2006/relationships/slide" Target="/ppt/slides/slide41.xml" Id="R7758c2886ff948c0" /><Relationship Type="http://schemas.openxmlformats.org/officeDocument/2006/relationships/slide" Target="/ppt/slides/slide42.xml" Id="R652184d1194647d4" /><Relationship Type="http://schemas.openxmlformats.org/officeDocument/2006/relationships/slide" Target="/ppt/slides/slide43.xml" Id="R1e33af09e71a412a" /><Relationship Type="http://schemas.openxmlformats.org/officeDocument/2006/relationships/slide" Target="/ppt/slides/slide44.xml" Id="R43197741191b4c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dc40eb4e4344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965f863fc64ff9" /><Relationship Type="http://schemas.openxmlformats.org/officeDocument/2006/relationships/notesMaster" Target="/ppt/notesMasters/notesMaster1.xml" Id="R857243d20bad49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1cba2e9b8f4d0d" /><Relationship Type="http://schemas.openxmlformats.org/officeDocument/2006/relationships/notesMaster" Target="/ppt/notesMasters/notesMaster1.xml" Id="Ra0bfc6f70e9f47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6bd272e5d2448a" /><Relationship Type="http://schemas.openxmlformats.org/officeDocument/2006/relationships/notesMaster" Target="/ppt/notesMasters/notesMaster1.xml" Id="R6b42e7e5a77e4d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0aea4e567460e" /><Relationship Type="http://schemas.openxmlformats.org/officeDocument/2006/relationships/notesMaster" Target="/ppt/notesMasters/notesMaster1.xml" Id="Rc6f101c4c4d5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83a1651ec43ed" /><Relationship Type="http://schemas.openxmlformats.org/officeDocument/2006/relationships/notesMaster" Target="/ppt/notesMasters/notesMaster1.xml" Id="R1d4bb3f0b7ef43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578b612167419f" /><Relationship Type="http://schemas.openxmlformats.org/officeDocument/2006/relationships/notesMaster" Target="/ppt/notesMasters/notesMaster1.xml" Id="R69622b8926d04e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911da2e43e425c" /><Relationship Type="http://schemas.openxmlformats.org/officeDocument/2006/relationships/notesMaster" Target="/ppt/notesMasters/notesMaster1.xml" Id="R88a5799d7bbc48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2e42317afb49ab" /><Relationship Type="http://schemas.openxmlformats.org/officeDocument/2006/relationships/notesMaster" Target="/ppt/notesMasters/notesMaster1.xml" Id="R2e4b6be729cd43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6c75cbf212423c" /><Relationship Type="http://schemas.openxmlformats.org/officeDocument/2006/relationships/notesMaster" Target="/ppt/notesMasters/notesMaster1.xml" Id="Rc1f105572a0b4c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f5884ef4e54654" /><Relationship Type="http://schemas.openxmlformats.org/officeDocument/2006/relationships/notesMaster" Target="/ppt/notesMasters/notesMaster1.xml" Id="R92b02339ae0a45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e99b09e004ae2" /><Relationship Type="http://schemas.openxmlformats.org/officeDocument/2006/relationships/notesMaster" Target="/ppt/notesMasters/notesMaster1.xml" Id="R2816379ce8934e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ff7e6cbd7747b3" /><Relationship Type="http://schemas.openxmlformats.org/officeDocument/2006/relationships/notesMaster" Target="/ppt/notesMasters/notesMaster1.xml" Id="Rff6b8e31ab784f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9ebac0ad234e4c" /><Relationship Type="http://schemas.openxmlformats.org/officeDocument/2006/relationships/notesMaster" Target="/ppt/notesMasters/notesMaster1.xml" Id="R688feb58a08345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5eb06c16cf40a4" /><Relationship Type="http://schemas.openxmlformats.org/officeDocument/2006/relationships/notesMaster" Target="/ppt/notesMasters/notesMaster1.xml" Id="Ra3df48d591d241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ea57864cb54071" /><Relationship Type="http://schemas.openxmlformats.org/officeDocument/2006/relationships/notesMaster" Target="/ppt/notesMasters/notesMaster1.xml" Id="Rd6a82fd563e648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d0737cbf0548e6" /><Relationship Type="http://schemas.openxmlformats.org/officeDocument/2006/relationships/notesMaster" Target="/ppt/notesMasters/notesMaster1.xml" Id="Rbe340984bf3749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4bddddea59471e" /><Relationship Type="http://schemas.openxmlformats.org/officeDocument/2006/relationships/notesMaster" Target="/ppt/notesMasters/notesMaster1.xml" Id="Rbd4332ee7e274b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402f456f834b4a" /><Relationship Type="http://schemas.openxmlformats.org/officeDocument/2006/relationships/notesMaster" Target="/ppt/notesMasters/notesMaster1.xml" Id="Rb3aa0806e4994e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24c0686c6940a9" /><Relationship Type="http://schemas.openxmlformats.org/officeDocument/2006/relationships/notesMaster" Target="/ppt/notesMasters/notesMaster1.xml" Id="R48b1030e7cc14f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2c39a63e9040b7" /><Relationship Type="http://schemas.openxmlformats.org/officeDocument/2006/relationships/notesMaster" Target="/ppt/notesMasters/notesMaster1.xml" Id="R92f33cf9a93748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6e20d97ba44658" /><Relationship Type="http://schemas.openxmlformats.org/officeDocument/2006/relationships/notesMaster" Target="/ppt/notesMasters/notesMaster1.xml" Id="R22157e805a1947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5df75358784ffa" /><Relationship Type="http://schemas.openxmlformats.org/officeDocument/2006/relationships/notesMaster" Target="/ppt/notesMasters/notesMaster1.xml" Id="R41e88f892a8647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07b2818324349b1" /><Relationship Type="http://schemas.openxmlformats.org/officeDocument/2006/relationships/notesMaster" Target="/ppt/notesMasters/notesMaster1.xml" Id="R0d323d42818041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2affd5cb11495f" /><Relationship Type="http://schemas.openxmlformats.org/officeDocument/2006/relationships/notesMaster" Target="/ppt/notesMasters/notesMaster1.xml" Id="R5c6fe933b90344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f196303dea4660" /><Relationship Type="http://schemas.openxmlformats.org/officeDocument/2006/relationships/notesMaster" Target="/ppt/notesMasters/notesMaster1.xml" Id="R553c98038cfe4c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7b8443143b4960" /><Relationship Type="http://schemas.openxmlformats.org/officeDocument/2006/relationships/notesMaster" Target="/ppt/notesMasters/notesMaster1.xml" Id="R01b71972091946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18c04f0c65e4d6e" /><Relationship Type="http://schemas.openxmlformats.org/officeDocument/2006/relationships/notesMaster" Target="/ppt/notesMasters/notesMaster1.xml" Id="R9f25093ac1ae4d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639fb738c743cf" /><Relationship Type="http://schemas.openxmlformats.org/officeDocument/2006/relationships/notesMaster" Target="/ppt/notesMasters/notesMaster1.xml" Id="R5a63716fc02d422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b1da35e4244252" /><Relationship Type="http://schemas.openxmlformats.org/officeDocument/2006/relationships/notesMaster" Target="/ppt/notesMasters/notesMaster1.xml" Id="Ra469002153ff4f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e41e5a3dd2e4506" /><Relationship Type="http://schemas.openxmlformats.org/officeDocument/2006/relationships/notesMaster" Target="/ppt/notesMasters/notesMaster1.xml" Id="Rb9190d809cde4f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0076aca218420a" /><Relationship Type="http://schemas.openxmlformats.org/officeDocument/2006/relationships/notesMaster" Target="/ppt/notesMasters/notesMaster1.xml" Id="R1ef2731f14e24b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ad69659b8344cb" /><Relationship Type="http://schemas.openxmlformats.org/officeDocument/2006/relationships/notesMaster" Target="/ppt/notesMasters/notesMaster1.xml" Id="R71435a3f2384490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9e9c348bb74c0c" /><Relationship Type="http://schemas.openxmlformats.org/officeDocument/2006/relationships/notesMaster" Target="/ppt/notesMasters/notesMaster1.xml" Id="Rdc90f81d7d2841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a7a456d6e14263" /><Relationship Type="http://schemas.openxmlformats.org/officeDocument/2006/relationships/notesMaster" Target="/ppt/notesMasters/notesMaster1.xml" Id="Rf676181766344b7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207185a390b4899" /><Relationship Type="http://schemas.openxmlformats.org/officeDocument/2006/relationships/notesMaster" Target="/ppt/notesMasters/notesMaster1.xml" Id="Rc8d025b898a5472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2e19b25a35c472c" /><Relationship Type="http://schemas.openxmlformats.org/officeDocument/2006/relationships/notesMaster" Target="/ppt/notesMasters/notesMaster1.xml" Id="Rf906ce32a9f8421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8bc4a8c64264a7b" /><Relationship Type="http://schemas.openxmlformats.org/officeDocument/2006/relationships/notesMaster" Target="/ppt/notesMasters/notesMaster1.xml" Id="Rf55177e53b5548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b4ed45e67f9417a" /><Relationship Type="http://schemas.openxmlformats.org/officeDocument/2006/relationships/notesMaster" Target="/ppt/notesMasters/notesMaster1.xml" Id="R504b7bd2a7b04d8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09bb85240f24d63" /><Relationship Type="http://schemas.openxmlformats.org/officeDocument/2006/relationships/notesMaster" Target="/ppt/notesMasters/notesMaster1.xml" Id="R0b451591ae7841e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f1324066a2b4df4" /><Relationship Type="http://schemas.openxmlformats.org/officeDocument/2006/relationships/notesMaster" Target="/ppt/notesMasters/notesMaster1.xml" Id="Rc2a71a70f074480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1ee5091e2a44ac6" /><Relationship Type="http://schemas.openxmlformats.org/officeDocument/2006/relationships/notesMaster" Target="/ppt/notesMasters/notesMaster1.xml" Id="R54fe3bd40915473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b6a7ae1f1d146da" /><Relationship Type="http://schemas.openxmlformats.org/officeDocument/2006/relationships/notesMaster" Target="/ppt/notesMasters/notesMaster1.xml" Id="R8ef86a86f9464bb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fd1ea0834364a1c" /><Relationship Type="http://schemas.openxmlformats.org/officeDocument/2006/relationships/notesMaster" Target="/ppt/notesMasters/notesMaster1.xml" Id="R7d01b9373d51490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461bb7f24c14c74" /><Relationship Type="http://schemas.openxmlformats.org/officeDocument/2006/relationships/notesMaster" Target="/ppt/notesMasters/notesMaster1.xml" Id="Re53c0bdf5a974e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안내: 배경은 검수된 학생 퀵가이드 화면입니다.</a:t>
            </a:r>
          </a:p>
          <a:p xmlns:a="http://schemas.openxmlformats.org/drawingml/2006/main">
            <a:r>
              <a:t>빨간 번호 원형은 독립 도형이므로 화면을 보며 원하는 위치로 드래그하세요.</a:t>
            </a:r>
          </a:p>
          <a:p xmlns:a="http://schemas.openxmlformats.org/drawingml/2006/main">
            <a:r>
              <a:t>번호 크기와 색상은 복사 후 서식 복사로 통일할 수 있습니다.</a:t>
            </a:r>
          </a:p>
          <a:p xmlns:a="http://schemas.openxmlformats.org/drawingml/2006/main">
            <a:r>
              <a:t>[Sources] Voca Hero 프로젝트 내부 화면 및 가이드 소스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86c51b173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701c31a3564154" /><Relationship Type="http://schemas.openxmlformats.org/officeDocument/2006/relationships/slideLayout" Target="/ppt/slideLayouts/slideLayout1.xml" Id="Rf81862033f584f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1862033f584f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b7f78430f478e" /><Relationship Type="http://schemas.openxmlformats.org/officeDocument/2006/relationships/image" Target="/ppt/media/image.png" Id="Rb16b84d378af4996" /><Relationship Type="http://schemas.openxmlformats.org/officeDocument/2006/relationships/notesSlide" Target="/ppt/notesSlides/notesSlide1.xml" Id="R950fecc4becf4d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b1d2616b24cb5" /><Relationship Type="http://schemas.openxmlformats.org/officeDocument/2006/relationships/image" Target="/ppt/media/image2.png" Id="R74cfb5a813f74ec1" /><Relationship Type="http://schemas.openxmlformats.org/officeDocument/2006/relationships/notesSlide" Target="/ppt/notesSlides/notesSlide2.xml" Id="R95b9e1de5450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e29cd3661483b" /><Relationship Type="http://schemas.openxmlformats.org/officeDocument/2006/relationships/image" Target="/ppt/media/image3.png" Id="R42047d406e4444cc" /><Relationship Type="http://schemas.openxmlformats.org/officeDocument/2006/relationships/notesSlide" Target="/ppt/notesSlides/notesSlide3.xml" Id="Rae3be99a549545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59edec2384d4b" /><Relationship Type="http://schemas.openxmlformats.org/officeDocument/2006/relationships/image" Target="/ppt/media/image4.png" Id="Rce02ce8350524487" /><Relationship Type="http://schemas.openxmlformats.org/officeDocument/2006/relationships/notesSlide" Target="/ppt/notesSlides/notesSlide4.xml" Id="R2bbe9a4d87f646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d71a902574a63" /><Relationship Type="http://schemas.openxmlformats.org/officeDocument/2006/relationships/image" Target="/ppt/media/image5.png" Id="Ra045f78b712d4b37" /><Relationship Type="http://schemas.openxmlformats.org/officeDocument/2006/relationships/notesSlide" Target="/ppt/notesSlides/notesSlide5.xml" Id="Rda15bb0cba76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50a97db214537" /><Relationship Type="http://schemas.openxmlformats.org/officeDocument/2006/relationships/image" Target="/ppt/media/image6.png" Id="Rd1b6c202409b408d" /><Relationship Type="http://schemas.openxmlformats.org/officeDocument/2006/relationships/notesSlide" Target="/ppt/notesSlides/notesSlide6.xml" Id="R0e2e4a399f484f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1b0810d7d472c" /><Relationship Type="http://schemas.openxmlformats.org/officeDocument/2006/relationships/image" Target="/ppt/media/image7.png" Id="R90d7a4229a4147cb" /><Relationship Type="http://schemas.openxmlformats.org/officeDocument/2006/relationships/notesSlide" Target="/ppt/notesSlides/notesSlide7.xml" Id="R37bdf2a5e6df44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952c1574b4200" /><Relationship Type="http://schemas.openxmlformats.org/officeDocument/2006/relationships/image" Target="/ppt/media/image8.png" Id="Rb4e18b46a63d445a" /><Relationship Type="http://schemas.openxmlformats.org/officeDocument/2006/relationships/notesSlide" Target="/ppt/notesSlides/notesSlide8.xml" Id="R77d8885b8e6944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b19dab02840b0" /><Relationship Type="http://schemas.openxmlformats.org/officeDocument/2006/relationships/image" Target="/ppt/media/image9.png" Id="R3ea56209fa084fc3" /><Relationship Type="http://schemas.openxmlformats.org/officeDocument/2006/relationships/notesSlide" Target="/ppt/notesSlides/notesSlide9.xml" Id="Re8bebc23504245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2103e82b1476d" /><Relationship Type="http://schemas.openxmlformats.org/officeDocument/2006/relationships/image" Target="/ppt/media/image10.png" Id="Rae4942e63a0c47e5" /><Relationship Type="http://schemas.openxmlformats.org/officeDocument/2006/relationships/notesSlide" Target="/ppt/notesSlides/notesSlide10.xml" Id="R32c7e91390734d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6f75c4ef44a01" /><Relationship Type="http://schemas.openxmlformats.org/officeDocument/2006/relationships/image" Target="/ppt/media/image11.png" Id="R42e04abe76e94049" /><Relationship Type="http://schemas.openxmlformats.org/officeDocument/2006/relationships/notesSlide" Target="/ppt/notesSlides/notesSlide11.xml" Id="R19b8eb69c5334c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cb1c85a694a8f" /><Relationship Type="http://schemas.openxmlformats.org/officeDocument/2006/relationships/image" Target="/ppt/media/image12.png" Id="Raeb489d8b57149aa" /><Relationship Type="http://schemas.openxmlformats.org/officeDocument/2006/relationships/notesSlide" Target="/ppt/notesSlides/notesSlide12.xml" Id="Rcb767ed4f96e4f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9217c875643b8" /><Relationship Type="http://schemas.openxmlformats.org/officeDocument/2006/relationships/image" Target="/ppt/media/image13.png" Id="Recdf693890a34a90" /><Relationship Type="http://schemas.openxmlformats.org/officeDocument/2006/relationships/notesSlide" Target="/ppt/notesSlides/notesSlide13.xml" Id="Rbaee7732706245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da61cc5d44017" /><Relationship Type="http://schemas.openxmlformats.org/officeDocument/2006/relationships/image" Target="/ppt/media/image14.png" Id="R532e30a54bd44cca" /><Relationship Type="http://schemas.openxmlformats.org/officeDocument/2006/relationships/notesSlide" Target="/ppt/notesSlides/notesSlide14.xml" Id="R88aa11ddb6fa42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7ff529e0d478a" /><Relationship Type="http://schemas.openxmlformats.org/officeDocument/2006/relationships/image" Target="/ppt/media/image15.png" Id="R724142181f1e49c2" /><Relationship Type="http://schemas.openxmlformats.org/officeDocument/2006/relationships/notesSlide" Target="/ppt/notesSlides/notesSlide15.xml" Id="Rdbb4228911094e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d761f6b654564" /><Relationship Type="http://schemas.openxmlformats.org/officeDocument/2006/relationships/image" Target="/ppt/media/image16.png" Id="R3d3d82f2ce714cf5" /><Relationship Type="http://schemas.openxmlformats.org/officeDocument/2006/relationships/notesSlide" Target="/ppt/notesSlides/notesSlide16.xml" Id="R21fe0b54138f49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e453e185147f8" /><Relationship Type="http://schemas.openxmlformats.org/officeDocument/2006/relationships/image" Target="/ppt/media/image17.png" Id="R7434da0014b2410f" /><Relationship Type="http://schemas.openxmlformats.org/officeDocument/2006/relationships/notesSlide" Target="/ppt/notesSlides/notesSlide17.xml" Id="Rbe0f456e6a5746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1af51604c4c2d" /><Relationship Type="http://schemas.openxmlformats.org/officeDocument/2006/relationships/image" Target="/ppt/media/image18.png" Id="R3f127badbc1845b9" /><Relationship Type="http://schemas.openxmlformats.org/officeDocument/2006/relationships/notesSlide" Target="/ppt/notesSlides/notesSlide18.xml" Id="Rffaee0eb99864e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516b4a3504b9a" /><Relationship Type="http://schemas.openxmlformats.org/officeDocument/2006/relationships/image" Target="/ppt/media/image19.png" Id="R756f26530c034d8e" /><Relationship Type="http://schemas.openxmlformats.org/officeDocument/2006/relationships/notesSlide" Target="/ppt/notesSlides/notesSlide19.xml" Id="Re5870f52b9a642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1944ae8a34d81" /><Relationship Type="http://schemas.openxmlformats.org/officeDocument/2006/relationships/image" Target="/ppt/media/image20.png" Id="Ra09ffc1abc474d1e" /><Relationship Type="http://schemas.openxmlformats.org/officeDocument/2006/relationships/notesSlide" Target="/ppt/notesSlides/notesSlide20.xml" Id="R53ed12456e7e44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7dd87c826454d" /><Relationship Type="http://schemas.openxmlformats.org/officeDocument/2006/relationships/image" Target="/ppt/media/image21.png" Id="R203e1e73e23145c8" /><Relationship Type="http://schemas.openxmlformats.org/officeDocument/2006/relationships/notesSlide" Target="/ppt/notesSlides/notesSlide21.xml" Id="R1f732bf812c14e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0676663a24dc4" /><Relationship Type="http://schemas.openxmlformats.org/officeDocument/2006/relationships/image" Target="/ppt/media/image22.png" Id="R038534bbb5b94187" /><Relationship Type="http://schemas.openxmlformats.org/officeDocument/2006/relationships/notesSlide" Target="/ppt/notesSlides/notesSlide22.xml" Id="Rd6b68b5a92f143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8350c729f45a1" /><Relationship Type="http://schemas.openxmlformats.org/officeDocument/2006/relationships/image" Target="/ppt/media/image23.png" Id="R37510a8b30bd4601" /><Relationship Type="http://schemas.openxmlformats.org/officeDocument/2006/relationships/notesSlide" Target="/ppt/notesSlides/notesSlide23.xml" Id="R80e2d64eb11a48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6fd37cb424581" /><Relationship Type="http://schemas.openxmlformats.org/officeDocument/2006/relationships/image" Target="/ppt/media/image24.png" Id="R6d53b3847d2c423d" /><Relationship Type="http://schemas.openxmlformats.org/officeDocument/2006/relationships/notesSlide" Target="/ppt/notesSlides/notesSlide24.xml" Id="R3eb1734fbc2443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fc736a61c477f" /><Relationship Type="http://schemas.openxmlformats.org/officeDocument/2006/relationships/image" Target="/ppt/media/image25.png" Id="R3f73b83a49ca4c0b" /><Relationship Type="http://schemas.openxmlformats.org/officeDocument/2006/relationships/notesSlide" Target="/ppt/notesSlides/notesSlide25.xml" Id="R97a382f1d8864a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8a480ebb847b1" /><Relationship Type="http://schemas.openxmlformats.org/officeDocument/2006/relationships/image" Target="/ppt/media/image26.png" Id="R5465318b759e4897" /><Relationship Type="http://schemas.openxmlformats.org/officeDocument/2006/relationships/notesSlide" Target="/ppt/notesSlides/notesSlide26.xml" Id="R59cbe0575d6744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6bf4079244bee" /><Relationship Type="http://schemas.openxmlformats.org/officeDocument/2006/relationships/image" Target="/ppt/media/image27.png" Id="Ra74a1b04306e4623" /><Relationship Type="http://schemas.openxmlformats.org/officeDocument/2006/relationships/notesSlide" Target="/ppt/notesSlides/notesSlide27.xml" Id="Ra8183fc4146145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ad201f7664f23" /><Relationship Type="http://schemas.openxmlformats.org/officeDocument/2006/relationships/image" Target="/ppt/media/image28.png" Id="Ra68936583922470d" /><Relationship Type="http://schemas.openxmlformats.org/officeDocument/2006/relationships/notesSlide" Target="/ppt/notesSlides/notesSlide28.xml" Id="Ra50e24bdf542420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8afaa1145418a" /><Relationship Type="http://schemas.openxmlformats.org/officeDocument/2006/relationships/image" Target="/ppt/media/image29.png" Id="R1bfaddc649ad4c65" /><Relationship Type="http://schemas.openxmlformats.org/officeDocument/2006/relationships/notesSlide" Target="/ppt/notesSlides/notesSlide29.xml" Id="Reeda693e9ed24b6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5e149c0ea4967" /><Relationship Type="http://schemas.openxmlformats.org/officeDocument/2006/relationships/image" Target="/ppt/media/image30.png" Id="R41fe9d62605545c1" /><Relationship Type="http://schemas.openxmlformats.org/officeDocument/2006/relationships/notesSlide" Target="/ppt/notesSlides/notesSlide30.xml" Id="R6126cc62e2184d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6694cb4f94436" /><Relationship Type="http://schemas.openxmlformats.org/officeDocument/2006/relationships/image" Target="/ppt/media/image31.png" Id="R15865fb7efc8422e" /><Relationship Type="http://schemas.openxmlformats.org/officeDocument/2006/relationships/notesSlide" Target="/ppt/notesSlides/notesSlide31.xml" Id="R944f4e8b4f5648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bb88ba144d91" /><Relationship Type="http://schemas.openxmlformats.org/officeDocument/2006/relationships/image" Target="/ppt/media/image32.png" Id="R3759cebf0e4b407f" /><Relationship Type="http://schemas.openxmlformats.org/officeDocument/2006/relationships/notesSlide" Target="/ppt/notesSlides/notesSlide32.xml" Id="R9d6be6823063477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3ec392da54e79" /><Relationship Type="http://schemas.openxmlformats.org/officeDocument/2006/relationships/image" Target="/ppt/media/image33.png" Id="R18fb78fe012447d5" /><Relationship Type="http://schemas.openxmlformats.org/officeDocument/2006/relationships/notesSlide" Target="/ppt/notesSlides/notesSlide33.xml" Id="Rd2d32f74647142c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62a876ef44606" /><Relationship Type="http://schemas.openxmlformats.org/officeDocument/2006/relationships/image" Target="/ppt/media/image34.png" Id="R09885a029dc844e8" /><Relationship Type="http://schemas.openxmlformats.org/officeDocument/2006/relationships/notesSlide" Target="/ppt/notesSlides/notesSlide34.xml" Id="Ra865287df838444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55b7533a546ba" /><Relationship Type="http://schemas.openxmlformats.org/officeDocument/2006/relationships/image" Target="/ppt/media/image35.png" Id="R55c67c02c7be4f28" /><Relationship Type="http://schemas.openxmlformats.org/officeDocument/2006/relationships/notesSlide" Target="/ppt/notesSlides/notesSlide35.xml" Id="Ref78ca3415cc467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b2e62bdc64d76" /><Relationship Type="http://schemas.openxmlformats.org/officeDocument/2006/relationships/image" Target="/ppt/media/image36.png" Id="R6ebe5bdf820a461b" /><Relationship Type="http://schemas.openxmlformats.org/officeDocument/2006/relationships/notesSlide" Target="/ppt/notesSlides/notesSlide36.xml" Id="R8fbceff839f6434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2aa8fda9541d1" /><Relationship Type="http://schemas.openxmlformats.org/officeDocument/2006/relationships/image" Target="/ppt/media/image37.png" Id="R0a0d15f1065c4ad7" /><Relationship Type="http://schemas.openxmlformats.org/officeDocument/2006/relationships/notesSlide" Target="/ppt/notesSlides/notesSlide37.xml" Id="R106f556e405844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24b982c15467c" /><Relationship Type="http://schemas.openxmlformats.org/officeDocument/2006/relationships/image" Target="/ppt/media/image38.png" Id="Re165bdefe7f34806" /><Relationship Type="http://schemas.openxmlformats.org/officeDocument/2006/relationships/notesSlide" Target="/ppt/notesSlides/notesSlide38.xml" Id="Rdc7486b3a9be4c6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efaca7ad04574" /><Relationship Type="http://schemas.openxmlformats.org/officeDocument/2006/relationships/image" Target="/ppt/media/image39.png" Id="R38df66d594b14fb1" /><Relationship Type="http://schemas.openxmlformats.org/officeDocument/2006/relationships/notesSlide" Target="/ppt/notesSlides/notesSlide39.xml" Id="R3d22b8fb84b341d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e84d83e9946a8" /><Relationship Type="http://schemas.openxmlformats.org/officeDocument/2006/relationships/image" Target="/ppt/media/image40.png" Id="R68a2ec3a8b814210" /><Relationship Type="http://schemas.openxmlformats.org/officeDocument/2006/relationships/notesSlide" Target="/ppt/notesSlides/notesSlide40.xml" Id="R38622aa1a6604fa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d519357474044" /><Relationship Type="http://schemas.openxmlformats.org/officeDocument/2006/relationships/image" Target="/ppt/media/image41.png" Id="Rfcff03d8d41543d7" /><Relationship Type="http://schemas.openxmlformats.org/officeDocument/2006/relationships/notesSlide" Target="/ppt/notesSlides/notesSlide41.xml" Id="Rfc3d49e698a2484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95aee9844483a" /><Relationship Type="http://schemas.openxmlformats.org/officeDocument/2006/relationships/image" Target="/ppt/media/image42.png" Id="Rd0fa0c67b05b438d" /><Relationship Type="http://schemas.openxmlformats.org/officeDocument/2006/relationships/notesSlide" Target="/ppt/notesSlides/notesSlide42.xml" Id="Rad312ba4694b4f2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f070aab554b10" /><Relationship Type="http://schemas.openxmlformats.org/officeDocument/2006/relationships/image" Target="/ppt/media/image43.png" Id="R1c4b548c9bb549da" /><Relationship Type="http://schemas.openxmlformats.org/officeDocument/2006/relationships/notesSlide" Target="/ppt/notesSlides/notesSlide43.xml" Id="R92190a5afa1b43b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719a9f82b4274" /><Relationship Type="http://schemas.openxmlformats.org/officeDocument/2006/relationships/image" Target="/ppt/media/image44.png" Id="Rb6f9b835b555457f" /><Relationship Type="http://schemas.openxmlformats.org/officeDocument/2006/relationships/notesSlide" Target="/ppt/notesSlides/notesSlide44.xml" Id="R0c1f2652596e49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84d378af49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46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fb5a813f74e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47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47d406e4444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1E436EB5-8CFD-49FC-ADD7-6C4FB895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98" y="463019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0539919-7D8A-464D-BC7D-C4ED9FF5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98" y="513026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E19E6187-3924-433C-8511-5FC42AB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48" y="200482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3543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2ce83505244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7B6DD57D-6B45-4638-BD3B-A5DAF273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300494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BEAA8348-6EE8-4266-9F1D-4B8059E7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388010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A93288B4-B3F3-4DAB-8580-8A93F4E7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500519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3290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5f78b712d4b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2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6c202409b40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72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7a4229a4147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1E1708A4-AEE6-4C62-9F5B-86BE9C9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989" y="254127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5DAD7D0C-BE42-4CD8-98C8-43D1FA71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989" y="397564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2A724EFC-C140-4C97-B569-CF12F54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979" y="560146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83B58185-76BF-4880-A7C0-1BDFE53F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801" y="388010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9088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18b46a63d44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70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56209fa084f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21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942e63a0c47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FD511B1D-298A-406F-8137-E721C7FD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989" y="172831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FC59AB79-6750-4880-BDC7-B51B9CB8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989" y="235000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97AC60DD-CEAE-4CAB-9E59-9B4DD81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118" y="4740783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D6355AED-FF30-4921-B0D2-5F167F1D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933" y="579272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58410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04abe76e940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8020228A-3E55-42BE-B797-632788F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028" y="2875883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7A1AE38-931A-4BFD-9985-1A08700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933" y="378437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3324C197-50BD-4C87-8C73-D0DA2EB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933" y="469277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6F8F3678-36A9-472C-8A15-363D250C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136" y="536228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5347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489d8b57149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39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f693890a34a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279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e30a54bd44c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B575DAF6-DF24-4664-88C6-3354705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48" y="458847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BB48548E-AEA6-4C1B-BDDF-0EBE8E0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98" y="262994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D1341813-4508-45D3-8D9D-28B37BB8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23" y="262994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E63A38B2-97BF-474D-9D0F-7E2A938B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698" y="463019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98726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142181f1e49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310AEB64-754F-4DC6-9830-D930B21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448" y="388000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F3783B81-409E-452E-91CB-964C8816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998" y="302094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832EEFCF-641A-4801-AFC5-43FB2CF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498" y="419242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595C9ED1-0851-4129-BAB3-B8122C0B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498" y="516883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02773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d82f2ce71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2CAA610F-3658-4725-8FB3-BC6CE55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323" y="407536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308C15E4-DED8-413F-827E-DB69F0F5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148" y="407536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DFF88FC6-2A93-4907-8141-CBFC0DE4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973" y="407536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13CD3B3A-C7D4-41C8-9713-900653D7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148" y="516874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12015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4da0014b241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51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27badbc1845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9704F4E8-8EB0-40D5-A28E-FCEC2E55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194814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0006B42-FDBD-441A-9323-8BAD732C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73" y="360407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6FB89369-65BC-4BC0-854D-9EB50C5D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373" y="360407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AC2F01D4-CFCF-4A51-89DC-FEE114B4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581186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87612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f26530c034d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5BC2CF93-B136-447D-9D59-86B9FBC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523" y="297265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12F7CB1-388E-449D-8F69-C28D84B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297265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9E76D209-882F-4354-B341-F0CC9A9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723" y="297265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0F2E400B-8B40-49AA-B695-54A02493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5603843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62788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ffc1abc474d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136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e1e73e23145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013707D9-C298-4FD0-917A-CCA53F2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765" y="235000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6D78F0FF-1FD2-4D3E-AFDB-89185659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429" y="301923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30636181-0EFB-442C-BE9A-797EF41C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765" y="426262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43FF2D39-96D2-45EC-80CF-6E5FE09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579" y="512330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6808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534bbb5b941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3866EAAB-AF8D-4E5D-8337-DFE579C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73" y="300494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FC78CBA8-A682-4DCD-8AE4-9614FD70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300494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8E8FF995-CC44-4376-95BF-E1587E57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373" y="300494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5305B2F2-FA11-444F-871F-370D8A9D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519226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200625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10a8b30bd46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F63D5719-01AF-446E-B732-BBEAE2D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448" y="228990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43CFD8D3-5F09-4F0C-ABB3-E9BDA6E6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73" y="324392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30557D05-A2DE-49D2-A99C-ED06F1C3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447627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EC0FD1B8-AADB-480A-862E-2FFB5559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323" y="550992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59590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3b3847d2c42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202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3b83a49ca4c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615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5318b759e48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AE2C343F-4C57-43BC-9C76-7266C41F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680" y="273253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D1B0B33-A4EC-4851-A873-6C6A0F84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528" y="244554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249BF734-6EB2-46C7-ABA3-97B65527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646" y="3832193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D4259B96-4F03-41EC-8B75-786CC51F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528" y="541001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802492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a1b04306e46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5E777F8F-7DF3-467E-A0EC-85D1916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373665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22331046-0388-4B33-A034-C3A9B15B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148" y="545801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DB0B58CB-A59D-4BFA-AB46-CC0EA0D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004" y="545801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B8A06EAD-4248-492A-80D1-9308DDDC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196738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2871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93658392247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3E32BC6E-257C-414A-843E-8D6F134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523" y="286454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CA94685D-B8D8-4B46-9313-35E4692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286454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46326A1A-4312-461A-8781-6E2691F8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723" y="286454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25589E59-0E08-468B-BA55-C60526F9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481717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63518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addc649ad4c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594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e9d62605545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15E621DE-2C56-4CA1-98A5-58CCD41B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748" y="234534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853B4D7-22A3-4561-9CC2-8449C09E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48" y="334279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D41C411B-F14B-4BA0-9227-BCD7B0F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48" y="441702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85DCEB10-8DDF-49F1-B083-450B3FB6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323" y="242220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26527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65fb7efc842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058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9cebf0e4b40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D2EE6364-A09E-4BA4-9B4F-F4925984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286331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EBB01987-BAF8-4C31-9E06-41F37FF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123" y="339699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12F1D527-8A74-4997-8C09-148AAC2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523" y="413413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4AD64931-86D2-4CFB-A47D-B09DC33A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998" y="451532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07577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78fe012447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31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85a029dc844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0DEAABC1-2F33-4E90-9DF5-5EE5111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773" y="239591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522F1407-591D-4E48-85D0-FF4CFBC0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48" y="325507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CC4CCFD7-A470-4DFB-89F9-1669C7F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848" y="427053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51F5D859-0E1C-4305-8CAC-B5554C2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398" y="4661059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10322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67c02c7be4f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62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e5bdf820a46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5E979E95-7CA4-4B59-A178-236A4E0A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73" y="301428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F37F24D0-A95C-41DB-AF89-6286415E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773" y="301428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8843B909-F6B0-4561-8C6C-241262F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373" y="301428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94413C8F-DB9A-4761-A97B-7FCD07BC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73" y="515950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74770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d15f1065c4a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A0EBC969-7140-492C-8891-8B17D58D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203" y="1919573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201F00F5-718C-44D1-AADD-14B6C54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132" y="244554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9AA77335-1E94-4DA8-9183-EF580CB4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493204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AE3EAAF3-3B91-452D-BF05-7F3A503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168" y="493204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51331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5bdefe7f348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E59E2019-73EA-4DF0-A81F-37ADD322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48" y="313801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7D6C12B-F666-4805-A916-C3488C13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48" y="313801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59460C62-C670-4E31-BC77-8F75155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48" y="454380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20FA5206-CE55-4F55-9AAE-58EC34B9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48" y="454380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574975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f66d594b14f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540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2ec3a8b8142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931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03d8d41543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ECC77AD9-2F58-4087-B15D-3AF7353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978" y="282806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54AAE24-12CC-485B-AFB9-139B608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944" y="235000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62EE1D9B-4F64-448C-8BD1-DEA0A0F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95" y="3784378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D5DA32EF-D56D-41F0-ACC1-2E971AD3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99" y="5218843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6372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a0c67b05b43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화면 위치 번호 1">
            <a:extLst xmlns:a="http://schemas.openxmlformats.org/drawingml/2006/main">
              <a:ext uri="{FF2B5EF4-FFF2-40B4-BE49-F238E27FC236}">
                <a16:creationId xmlns:a16="http://schemas.microsoft.com/office/drawing/2014/main" id="{5E6E6894-3CC2-4244-94F4-1B9FF75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223" y="251907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화면 위치 번호 2">
            <a:extLst xmlns:a="http://schemas.openxmlformats.org/drawingml/2006/main">
              <a:ext uri="{FF2B5EF4-FFF2-40B4-BE49-F238E27FC236}">
                <a16:creationId xmlns:a16="http://schemas.microsoft.com/office/drawing/2014/main" id="{8B096AB4-0E1D-41D7-B55F-1F2863C0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73" y="3539776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화면 위치 번호 3">
            <a:extLst xmlns:a="http://schemas.openxmlformats.org/drawingml/2006/main">
              <a:ext uri="{FF2B5EF4-FFF2-40B4-BE49-F238E27FC236}">
                <a16:creationId xmlns:a16="http://schemas.microsoft.com/office/drawing/2014/main" id="{79C61250-9A5A-4A9E-88E7-63E4BBA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23" y="333556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화면 위치 번호 4">
            <a:extLst xmlns:a="http://schemas.openxmlformats.org/drawingml/2006/main">
              <a:ext uri="{FF2B5EF4-FFF2-40B4-BE49-F238E27FC236}">
                <a16:creationId xmlns:a16="http://schemas.microsoft.com/office/drawing/2014/main" id="{FC23EEBD-0194-4FAF-9A0E-5AD9B68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323" y="4832604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71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90267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b548c9bb549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116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9b835b55545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5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2026-08-13T08:58:25.7610000Z</dcterms:created>
  <dcterms:modified xsi:type="dcterms:W3CDTF">2026-08-13T08:58:25.7610000Z</dcterms:modified>
</coreProperties>
</file>